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566928"/>
            <a:ext cx="1874519" cy="347472"/>
          </a:xfrm>
          <a:prstGeom prst="roundRect">
            <a:avLst/>
          </a:prstGeom>
          <a:solidFill>
            <a:srgbClr val="141F35"/>
          </a:solidFill>
          <a:ln>
            <a:solidFill>
              <a:srgbClr val="14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76072"/>
            <a:ext cx="1874519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2D3EE"/>
                </a:solidFill>
                <a:latin typeface="Aptos"/>
              </a:rPr>
              <a:t>TRACK 3 • OFFENSIVE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8046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200" b="1">
                <a:solidFill>
                  <a:srgbClr val="F1F5F9"/>
                </a:solidFill>
                <a:latin typeface="Aptos"/>
              </a:rPr>
              <a:t>VulnFix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212848"/>
            <a:ext cx="8046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22D3EE"/>
                </a:solidFill>
                <a:latin typeface="Aptos"/>
              </a:rPr>
              <a:t>AI-Assisted Vulnerability Validation &amp; Proof-of-Fix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907792"/>
            <a:ext cx="68580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Aptos"/>
              </a:rPr>
              <a:t>A closed-loop security workflow for authorized local validation.</a:t>
            </a:r>
          </a:p>
        </p:txBody>
      </p:sp>
      <p:sp>
        <p:nvSpPr>
          <p:cNvPr id="8" name="Hexagon 7"/>
          <p:cNvSpPr/>
          <p:nvPr/>
        </p:nvSpPr>
        <p:spPr>
          <a:xfrm>
            <a:off x="8823960" y="1234440"/>
            <a:ext cx="2148840" cy="2423160"/>
          </a:xfrm>
          <a:prstGeom prst="hexagon">
            <a:avLst/>
          </a:prstGeom>
          <a:solidFill>
            <a:srgbClr val="0F172A"/>
          </a:solidFill>
          <a:ln w="381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89720" y="1901952"/>
            <a:ext cx="1417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22D3EE"/>
                </a:solidFill>
                <a:latin typeface="Aptos"/>
              </a:rPr>
              <a:t>VF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285232"/>
            <a:ext cx="5303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4D399"/>
                </a:solidFill>
                <a:latin typeface="Aptos"/>
              </a:rPr>
              <a:t>AUTHORIZED • LOCAL-ONLY • AUDITABLE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687568"/>
            <a:ext cx="749807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Aptos"/>
              </a:rPr>
              <a:t>Demo target: 127.0.0.1:5000  |  Dashboard: localhost:8502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881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"/>
              </a:rPr>
              <a:t>01 •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1F5F9"/>
                </a:solidFill>
                <a:latin typeface="Aptos"/>
              </a:rPr>
              <a:t>Finding a vulnerability is not the same as proving the fix.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Aptos"/>
              </a:rPr>
              <a:t>Security validation needs evidence across the full remediation loop.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474720" cy="2423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167128"/>
            <a:ext cx="438912" cy="43891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167128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70C18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2130552"/>
            <a:ext cx="2514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ptos"/>
              </a:rPr>
              <a:t>Detect ≠ prove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496312"/>
            <a:ext cx="2514600" cy="1764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tos"/>
              </a:rPr>
              <a:t>A scanner result alone does not establish that a finding is reproducible or actionable.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965960"/>
            <a:ext cx="3474720" cy="2423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44568" y="2167128"/>
            <a:ext cx="438912" cy="43891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2167128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70C18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1496" y="2130552"/>
            <a:ext cx="2514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ptos"/>
              </a:rPr>
              <a:t>Fix ≠ 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11496" y="2496312"/>
            <a:ext cx="2514600" cy="1764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tos"/>
              </a:rPr>
              <a:t>A patch can be applied without demonstrating that the original weakness is no longer exploitable.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965960"/>
            <a:ext cx="3474720" cy="2423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66175" y="2167128"/>
            <a:ext cx="438912" cy="43891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5" y="2167128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70C18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33104" y="2130552"/>
            <a:ext cx="2514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ptos"/>
              </a:rPr>
              <a:t>Automation needs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33104" y="2496312"/>
            <a:ext cx="2514600" cy="1764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tos"/>
              </a:rPr>
              <a:t>Security automation must enforce authorization and bounded behavior before probing a target.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074920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1F5F9"/>
                </a:solidFill>
                <a:latin typeface="Aptos"/>
              </a:rPr>
              <a:t>VulnFix AI connects discovery, validation, remediation guidance and proof-of-fix in one controlled workflow.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881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"/>
              </a:rPr>
              <a:t>02 •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1F5F9"/>
                </a:solidFill>
                <a:latin typeface="Aptos"/>
              </a:rPr>
              <a:t>One closed loop: Find → Validate → Fix → Verify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48840"/>
            <a:ext cx="1828800" cy="1417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276856"/>
            <a:ext cx="16093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2D3EE"/>
                </a:solidFill>
                <a:latin typeface="Aptos"/>
              </a:rPr>
              <a:t>FIND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624328"/>
            <a:ext cx="1609344" cy="8503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94A3B8"/>
                </a:solidFill>
                <a:latin typeface="Aptos"/>
              </a:rPr>
              <a:t>Discover endpoints
and inputs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23160" y="2862072"/>
            <a:ext cx="36576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34640" y="2148840"/>
            <a:ext cx="1828800" cy="1417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44368" y="2276856"/>
            <a:ext cx="16093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3B82F6"/>
                </a:solidFill>
                <a:latin typeface="Aptos"/>
              </a:rPr>
              <a:t>VALIDATE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4368" y="2624328"/>
            <a:ext cx="1609344" cy="8503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94A3B8"/>
                </a:solidFill>
                <a:latin typeface="Aptos"/>
              </a:rPr>
              <a:t>Confirm behavior
with evidence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663440" y="2862072"/>
            <a:ext cx="36576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74920" y="2148840"/>
            <a:ext cx="1828800" cy="1417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84648" y="2276856"/>
            <a:ext cx="16093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BBF24"/>
                </a:solidFill>
                <a:latin typeface="Aptos"/>
              </a:rPr>
              <a:t>ASSESS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4648" y="2624328"/>
            <a:ext cx="1609344" cy="8503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94A3B8"/>
                </a:solidFill>
                <a:latin typeface="Aptos"/>
              </a:rPr>
              <a:t>Risk + remediation
mapping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03720" y="2862072"/>
            <a:ext cx="36576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15200" y="2148840"/>
            <a:ext cx="1828800" cy="1417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4927" y="2276856"/>
            <a:ext cx="16093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34D399"/>
                </a:solidFill>
                <a:latin typeface="Aptos"/>
              </a:rPr>
              <a:t>FIX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7" y="2624328"/>
            <a:ext cx="1609344" cy="8503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94A3B8"/>
                </a:solidFill>
                <a:latin typeface="Aptos"/>
              </a:rPr>
              <a:t>Apply guidance
and patch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44000" y="2862072"/>
            <a:ext cx="365759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555480" y="2148840"/>
            <a:ext cx="1828800" cy="14173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65207" y="2276856"/>
            <a:ext cx="16093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2D3EE"/>
                </a:solidFill>
                <a:latin typeface="Aptos"/>
              </a:rPr>
              <a:t>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65207" y="2624328"/>
            <a:ext cx="1609344" cy="8503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94A3B8"/>
                </a:solidFill>
                <a:latin typeface="Aptos"/>
              </a:rPr>
              <a:t>Retest and prove
secure state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17320" y="4343400"/>
            <a:ext cx="9372600" cy="914400"/>
          </a:xfrm>
          <a:prstGeom prst="roundRect">
            <a:avLst/>
          </a:prstGeom>
          <a:solidFill>
            <a:srgbClr val="141F35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00200" y="4498848"/>
            <a:ext cx="9006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1F5F9"/>
                </a:solidFill>
                <a:latin typeface="Aptos"/>
              </a:rPr>
              <a:t>Output: evidence-backed findings + remediation + a repeatable proof-of-fix result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"/>
              </a:rPr>
              <a:t>03 •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1F5F9"/>
                </a:solidFill>
                <a:latin typeface="Aptos"/>
              </a:rPr>
              <a:t>Scope is the gate; evidence is the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Aptos"/>
              </a:rPr>
              <a:t>Three vulnerability classes are validated and then individually retested for proof-of-fix.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1874519" cy="107899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993392"/>
            <a:ext cx="172821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22D3EE"/>
                </a:solidFill>
                <a:latin typeface="Aptos"/>
              </a:rPr>
              <a:t>AUTHORIZED 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313432"/>
            <a:ext cx="172821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tos"/>
              </a:rPr>
              <a:t>127.0.0.1:5000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77439" y="2414016"/>
            <a:ext cx="329185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43200" y="1874519"/>
            <a:ext cx="1874519" cy="107899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16352" y="1993392"/>
            <a:ext cx="172821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22D3EE"/>
                </a:solidFill>
                <a:latin typeface="Aptos"/>
              </a:rPr>
              <a:t>SCOPE 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6352" y="2313432"/>
            <a:ext cx="172821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tos"/>
              </a:rPr>
              <a:t>loopback + ports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17720" y="2414016"/>
            <a:ext cx="329184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983480" y="1874519"/>
            <a:ext cx="1874519" cy="107899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56632" y="1993392"/>
            <a:ext cx="172821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3B82F6"/>
                </a:solidFill>
                <a:latin typeface="Aptos"/>
              </a:rPr>
              <a:t>DISCOVERY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2313432"/>
            <a:ext cx="172821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tos"/>
              </a:rPr>
              <a:t>16 endpoints
9 inputs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0" y="2414016"/>
            <a:ext cx="329184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223760" y="1874519"/>
            <a:ext cx="1874519" cy="107899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96912" y="1993392"/>
            <a:ext cx="172821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3B82F6"/>
                </a:solidFill>
                <a:latin typeface="Aptos"/>
              </a:rPr>
              <a:t>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6912" y="2313432"/>
            <a:ext cx="172821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tos"/>
              </a:rPr>
              <a:t>3 classes
6 candidates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1938528"/>
            <a:ext cx="2148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2D3EE"/>
                </a:solidFill>
                <a:latin typeface="Aptos"/>
              </a:rPr>
              <a:t>VULNERABILITY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2240280"/>
            <a:ext cx="21488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34D399"/>
                </a:solidFill>
                <a:latin typeface="Aptos"/>
              </a:rPr>
              <a:t>2/2 per class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246120"/>
            <a:ext cx="2788920" cy="7498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3319272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Aptos"/>
              </a:rPr>
              <a:t>SQLi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639312"/>
            <a:ext cx="1417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94A3B8"/>
                </a:solidFill>
                <a:latin typeface="Aptos"/>
              </a:rPr>
              <a:t>CWE-89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94760" y="3246120"/>
            <a:ext cx="2240280" cy="749808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13632" y="3319272"/>
            <a:ext cx="199339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87171"/>
                </a:solidFill>
                <a:latin typeface="Aptos"/>
              </a:rPr>
              <a:t>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13632" y="3575303"/>
            <a:ext cx="19933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34D399"/>
                </a:solidFill>
                <a:latin typeface="Aptos"/>
              </a:rPr>
              <a:t>2/2 PASS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493008" y="3621024"/>
            <a:ext cx="27432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446520" y="3246120"/>
            <a:ext cx="2240280" cy="749808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65392" y="3319272"/>
            <a:ext cx="199339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34D399"/>
                </a:solidFill>
                <a:latin typeface="Aptos"/>
              </a:rPr>
              <a:t>PROOF-OF-FIX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5392" y="3575303"/>
            <a:ext cx="19933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34D399"/>
                </a:solidFill>
                <a:latin typeface="Aptos"/>
              </a:rPr>
              <a:t>2/2 VERIFIED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062472" y="3621024"/>
            <a:ext cx="356616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098280" y="3246120"/>
            <a:ext cx="2331720" cy="7498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17152" y="3410712"/>
            <a:ext cx="2084831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94A3B8"/>
                </a:solidFill>
                <a:latin typeface="Aptos"/>
              </a:rPr>
              <a:t>Parameterized query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4251960"/>
            <a:ext cx="2788920" cy="7498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" y="4325112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Aptos"/>
              </a:rPr>
              <a:t>Reflected XSS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4645152"/>
            <a:ext cx="1417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94A3B8"/>
                </a:solidFill>
                <a:latin typeface="Aptos"/>
              </a:rPr>
              <a:t>CWE-79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794760" y="4251960"/>
            <a:ext cx="2240280" cy="749808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13632" y="4325112"/>
            <a:ext cx="199339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BBF24"/>
                </a:solidFill>
                <a:latin typeface="Aptos"/>
              </a:rPr>
              <a:t>VALIDATION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13632" y="4581144"/>
            <a:ext cx="19933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34D399"/>
                </a:solidFill>
                <a:latin typeface="Aptos"/>
              </a:rPr>
              <a:t>2/2 PASS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493008" y="4626864"/>
            <a:ext cx="27432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446520" y="4251960"/>
            <a:ext cx="2240280" cy="749808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65392" y="4325112"/>
            <a:ext cx="199339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34D399"/>
                </a:solidFill>
                <a:latin typeface="Aptos"/>
              </a:rPr>
              <a:t>PROOF-OF-FIX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65392" y="4581144"/>
            <a:ext cx="19933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34D399"/>
                </a:solidFill>
                <a:latin typeface="Aptos"/>
              </a:rPr>
              <a:t>2/2 VERIFIED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062472" y="4626864"/>
            <a:ext cx="356616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9098280" y="4251960"/>
            <a:ext cx="2331720" cy="7498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17152" y="4416552"/>
            <a:ext cx="2084831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94A3B8"/>
                </a:solidFill>
                <a:latin typeface="Aptos"/>
              </a:rPr>
              <a:t>Entity encoding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5800" y="5257800"/>
            <a:ext cx="2788920" cy="7498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1248" y="5330952"/>
            <a:ext cx="1417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Aptos"/>
              </a:rPr>
              <a:t>IDOR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" y="5650992"/>
            <a:ext cx="1417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94A3B8"/>
                </a:solidFill>
                <a:latin typeface="Aptos"/>
              </a:rPr>
              <a:t>CWE-639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794760" y="5257800"/>
            <a:ext cx="2240280" cy="749808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13632" y="5330952"/>
            <a:ext cx="199339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3B82F6"/>
                </a:solidFill>
                <a:latin typeface="Aptos"/>
              </a:rPr>
              <a:t>VALIDATION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13632" y="5586984"/>
            <a:ext cx="19933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34D399"/>
                </a:solidFill>
                <a:latin typeface="Aptos"/>
              </a:rPr>
              <a:t>2/2 PASS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3493008" y="5632704"/>
            <a:ext cx="27432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6446520" y="5257800"/>
            <a:ext cx="2240280" cy="749808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65392" y="5330952"/>
            <a:ext cx="199339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34D399"/>
                </a:solidFill>
                <a:latin typeface="Aptos"/>
              </a:rPr>
              <a:t>PROOF-OF-FIX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65392" y="5586984"/>
            <a:ext cx="19933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34D399"/>
                </a:solidFill>
                <a:latin typeface="Aptos"/>
              </a:rPr>
              <a:t>2/2 VERIFIED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062472" y="5632704"/>
            <a:ext cx="356616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9098280" y="5257800"/>
            <a:ext cx="2331720" cy="74980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17152" y="5422392"/>
            <a:ext cx="2084831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94A3B8"/>
                </a:solidFill>
                <a:latin typeface="Aptos"/>
              </a:rPr>
              <a:t>HTTP 403 boundary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85800" y="6199632"/>
            <a:ext cx="10744200" cy="411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8680" y="6217920"/>
            <a:ext cx="10378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F1F5F9"/>
                </a:solidFill>
                <a:latin typeface="Aptos"/>
              </a:rPr>
              <a:t>TOTAL: 6/6 validated  •  6/6 FIXED_VERIFIED  •  0 confirmed vulnerabilities after secure-state retest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881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"/>
              </a:rPr>
              <a:t>04 • WHAT WE VALIDATE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1F5F9"/>
                </a:solidFill>
                <a:latin typeface="Aptos"/>
              </a:rPr>
              <a:t>Three vulnerability classes, validated against the lab.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57400"/>
            <a:ext cx="3401568" cy="2331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9536" y="2258568"/>
            <a:ext cx="960120" cy="347472"/>
          </a:xfrm>
          <a:prstGeom prst="roundRect">
            <a:avLst/>
          </a:prstGeom>
          <a:solidFill>
            <a:srgbClr val="141F35"/>
          </a:solidFill>
          <a:ln>
            <a:solidFill>
              <a:srgbClr val="14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267712"/>
            <a:ext cx="960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87171"/>
                </a:solidFill>
                <a:latin typeface="Aptos"/>
              </a:rPr>
              <a:t>SQLi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834640"/>
            <a:ext cx="2926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87171"/>
                </a:solidFill>
                <a:latin typeface="Aptos"/>
              </a:rPr>
              <a:t>CWE-89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273552"/>
            <a:ext cx="2971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Aptos"/>
              </a:rPr>
              <a:t>Boolean / query behavior
Parameterized-query fix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977639"/>
            <a:ext cx="2926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94A3B8"/>
                </a:solidFill>
                <a:latin typeface="Aptos"/>
              </a:rPr>
              <a:t>Evidence-backed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2057400"/>
            <a:ext cx="3401568" cy="2331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26864" y="2258568"/>
            <a:ext cx="960120" cy="347472"/>
          </a:xfrm>
          <a:prstGeom prst="roundRect">
            <a:avLst/>
          </a:prstGeom>
          <a:solidFill>
            <a:srgbClr val="141F35"/>
          </a:solidFill>
          <a:ln>
            <a:solidFill>
              <a:srgbClr val="14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6864" y="2267712"/>
            <a:ext cx="960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BBF24"/>
                </a:solidFill>
                <a:latin typeface="Aptos"/>
              </a:rPr>
              <a:t>XSS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834640"/>
            <a:ext cx="2926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Aptos"/>
              </a:rPr>
              <a:t>CWE-79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3273552"/>
            <a:ext cx="2971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Aptos"/>
              </a:rPr>
              <a:t>Reflected input behavior
Entity-encoding fix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3977639"/>
            <a:ext cx="2926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94A3B8"/>
                </a:solidFill>
                <a:latin typeface="Aptos"/>
              </a:rPr>
              <a:t>Evidence-backed validation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4" y="2057400"/>
            <a:ext cx="3401568" cy="23317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94192" y="2258568"/>
            <a:ext cx="960120" cy="347472"/>
          </a:xfrm>
          <a:prstGeom prst="roundRect">
            <a:avLst/>
          </a:prstGeom>
          <a:solidFill>
            <a:srgbClr val="141F35"/>
          </a:solidFill>
          <a:ln>
            <a:solidFill>
              <a:srgbClr val="14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2267712"/>
            <a:ext cx="9601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3B82F6"/>
                </a:solidFill>
                <a:latin typeface="Aptos"/>
              </a:rPr>
              <a:t>IDOR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2834640"/>
            <a:ext cx="2926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  <a:latin typeface="Aptos"/>
              </a:rPr>
              <a:t>CWE-639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3273552"/>
            <a:ext cx="2971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Aptos"/>
              </a:rPr>
              <a:t>Cross-tenant object access
403 authorization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3977639"/>
            <a:ext cx="2926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94A3B8"/>
                </a:solidFill>
                <a:latin typeface="Aptos"/>
              </a:rPr>
              <a:t>Evidence-backed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074920"/>
            <a:ext cx="10881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Aptos"/>
              </a:rPr>
              <a:t>The platform records what was tested, what was observed, and how the remediated state was verified.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881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"/>
              </a:rPr>
              <a:t>05 • SECURITY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1F5F9"/>
                </a:solidFill>
                <a:latin typeface="Aptos"/>
              </a:rPr>
              <a:t>The platform is designed to fail closed.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20240"/>
            <a:ext cx="5074920" cy="960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084832"/>
            <a:ext cx="4617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Aptos"/>
              </a:rPr>
              <a:t>LOOPBACK-ONLY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404872"/>
            <a:ext cx="4617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F1F5F9"/>
                </a:solidFill>
                <a:latin typeface="Aptos"/>
              </a:rPr>
              <a:t>127.0.0.1 / ::1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4768" y="1920240"/>
            <a:ext cx="5074920" cy="960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2084832"/>
            <a:ext cx="4617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Aptos"/>
              </a:rPr>
              <a:t>PORT WHITELIST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3368" y="2404872"/>
            <a:ext cx="4617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F1F5F9"/>
                </a:solidFill>
                <a:latin typeface="Aptos"/>
              </a:rPr>
              <a:t>Approved lab ports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154680"/>
            <a:ext cx="5074920" cy="960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3319272"/>
            <a:ext cx="4617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  <a:latin typeface="Aptos"/>
              </a:rPr>
              <a:t>REQUEST BOUND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639312"/>
            <a:ext cx="4617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F1F5F9"/>
                </a:solidFill>
                <a:latin typeface="Aptos"/>
              </a:rPr>
              <a:t>Rate / request limits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3154680"/>
            <a:ext cx="5074920" cy="960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3319272"/>
            <a:ext cx="4617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34D399"/>
                </a:solidFill>
                <a:latin typeface="Aptos"/>
              </a:rPr>
              <a:t>AUDIT TRAIL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3639312"/>
            <a:ext cx="4617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F1F5F9"/>
                </a:solidFill>
                <a:latin typeface="Aptos"/>
              </a:rPr>
              <a:t>Scope + validation logs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389120"/>
            <a:ext cx="10561320" cy="960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553712"/>
            <a:ext cx="10104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87171"/>
                </a:solidFill>
                <a:latin typeface="Aptos"/>
              </a:rPr>
              <a:t>NO DESTRUCTIVE 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873752"/>
            <a:ext cx="10104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F1F5F9"/>
                </a:solidFill>
                <a:latin typeface="Aptos"/>
              </a:rPr>
              <a:t>Controlled validation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742432"/>
            <a:ext cx="10698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94A3B8"/>
                </a:solidFill>
                <a:latin typeface="Aptos"/>
              </a:rPr>
              <a:t>Adversarial scope checks cover cloud metadata, public IPs, file://, unapproved ports and request flooding.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881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"/>
              </a:rPr>
              <a:t>06 •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1F5F9"/>
                </a:solidFill>
                <a:latin typeface="Aptos"/>
              </a:rPr>
              <a:t>Five defense cases — all passed.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57400"/>
            <a:ext cx="1965960" cy="2057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267712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69748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Aptos"/>
              </a:rPr>
              <a:t>Normal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364992"/>
            <a:ext cx="1600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34D399"/>
                </a:solidFill>
                <a:latin typeface="Aptos"/>
              </a:rPr>
              <a:t>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794760"/>
            <a:ext cx="1600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Aptos"/>
              </a:rPr>
              <a:t>verified case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16936" y="2057400"/>
            <a:ext cx="1965960" cy="2057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99816" y="2267712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9816" y="269748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Aptos"/>
              </a:rPr>
              <a:t>Attack / Positive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9816" y="3364992"/>
            <a:ext cx="1600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34D399"/>
                </a:solidFill>
                <a:latin typeface="Aptos"/>
              </a:rPr>
              <a:t>PASS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9816" y="3794760"/>
            <a:ext cx="1600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Aptos"/>
              </a:rPr>
              <a:t>verified 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75504" y="2057400"/>
            <a:ext cx="1965960" cy="2057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58384" y="2267712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58384" y="269748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Aptos"/>
              </a:rPr>
              <a:t>Negative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8384" y="3364992"/>
            <a:ext cx="1600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34D399"/>
                </a:solidFill>
                <a:latin typeface="Aptos"/>
              </a:rPr>
              <a:t>PASS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8384" y="3794760"/>
            <a:ext cx="1600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Aptos"/>
              </a:rPr>
              <a:t>verified case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34072" y="2057400"/>
            <a:ext cx="1965960" cy="2057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16952" y="2267712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269748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Aptos"/>
              </a:rPr>
              <a:t>Failure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6952" y="3364992"/>
            <a:ext cx="1600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34D399"/>
                </a:solidFill>
                <a:latin typeface="Aptos"/>
              </a:rPr>
              <a:t>PASS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6952" y="3794760"/>
            <a:ext cx="1600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Aptos"/>
              </a:rPr>
              <a:t>verified case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2057400"/>
            <a:ext cx="1965960" cy="2057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2267712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269748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Aptos"/>
              </a:rPr>
              <a:t>Adversarial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3364992"/>
            <a:ext cx="1600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34D399"/>
                </a:solidFill>
                <a:latin typeface="Aptos"/>
              </a:rPr>
              <a:t>PASS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3794760"/>
            <a:ext cx="1600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  <a:latin typeface="Aptos"/>
              </a:rPr>
              <a:t>verified case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663440"/>
            <a:ext cx="3246120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7" y="4809744"/>
            <a:ext cx="2880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34D399"/>
                </a:solidFill>
                <a:latin typeface="Aptos"/>
              </a:rPr>
              <a:t>5/5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7" y="5422392"/>
            <a:ext cx="2880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94A3B8"/>
                </a:solidFill>
                <a:latin typeface="Aptos"/>
              </a:rPr>
              <a:t>evaluation cases passed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60520" y="4663440"/>
            <a:ext cx="3246120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43400" y="4809744"/>
            <a:ext cx="2880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22D3EE"/>
                </a:solidFill>
                <a:latin typeface="Aptos"/>
              </a:rPr>
              <a:t>99/99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5422392"/>
            <a:ext cx="2880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94A3B8"/>
                </a:solidFill>
                <a:latin typeface="Aptos"/>
              </a:rPr>
              <a:t>automated tests passed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62672" y="4663440"/>
            <a:ext cx="3246120" cy="1051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45552" y="4809744"/>
            <a:ext cx="2880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34D399"/>
                </a:solidFill>
                <a:latin typeface="Aptos"/>
              </a:rPr>
              <a:t>6/6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45552" y="5422392"/>
            <a:ext cx="2880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94A3B8"/>
                </a:solidFill>
                <a:latin typeface="Aptos"/>
              </a:rPr>
              <a:t>findings FIXED_VERIFIED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881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"/>
              </a:rPr>
              <a:t>07 • PROOF-OF-FIX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1F5F9"/>
                </a:solidFill>
                <a:latin typeface="Aptos"/>
              </a:rPr>
              <a:t>The key demo: vulnerable → remediated → verified secure.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3063240" cy="214884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2606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87171"/>
                </a:solidFill>
                <a:latin typeface="Aptos"/>
              </a:rPr>
              <a:t>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16352"/>
            <a:ext cx="2606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F1F5F9"/>
                </a:solidFill>
                <a:latin typeface="Aptos"/>
              </a:rPr>
              <a:t>VULNERABLE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2606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94A3B8"/>
                </a:solidFill>
                <a:latin typeface="Aptos"/>
              </a:rPr>
              <a:t>SQLi • XSS • IDOR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86200" y="3127248"/>
            <a:ext cx="960120" cy="0"/>
          </a:xfrm>
          <a:prstGeom prst="line">
            <a:avLst/>
          </a:prstGeom>
          <a:ln w="2540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983480" y="2057400"/>
            <a:ext cx="2148840" cy="214884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6360" y="2331720"/>
            <a:ext cx="1783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BBF24"/>
                </a:solidFill>
                <a:latin typeface="Aptos"/>
              </a:rPr>
              <a:t>REMEDIATE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2852928"/>
            <a:ext cx="1783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1F5F9"/>
                </a:solidFill>
                <a:latin typeface="Aptos"/>
              </a:rPr>
              <a:t>PATCH
GUIDANCE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69480" y="3127248"/>
            <a:ext cx="960120" cy="0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366760" y="2057400"/>
            <a:ext cx="3063240" cy="214884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2331720"/>
            <a:ext cx="2606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34D399"/>
                </a:solidFill>
                <a:latin typeface="Aptos"/>
              </a:rPr>
              <a:t>AFTER RETEST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816352"/>
            <a:ext cx="2606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F1F5F9"/>
                </a:solidFill>
                <a:latin typeface="Aptos"/>
              </a:rPr>
              <a:t>SECURE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429000"/>
            <a:ext cx="2606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34D399"/>
                </a:solidFill>
                <a:latin typeface="Aptos"/>
              </a:rPr>
              <a:t>6/6 FIXED_VERIFIED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4754880"/>
            <a:ext cx="10241280" cy="868680"/>
          </a:xfrm>
          <a:prstGeom prst="roundRect">
            <a:avLst/>
          </a:prstGeom>
          <a:solidFill>
            <a:srgbClr val="141F35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937760"/>
            <a:ext cx="9875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1F5F9"/>
                </a:solidFill>
                <a:latin typeface="Aptos"/>
              </a:rPr>
              <a:t>Example evidence: parameterized query • entity encoding • HTTP 403 authorization boundary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881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"/>
              </a:rPr>
              <a:t>08 •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1F5F9"/>
                </a:solidFill>
                <a:latin typeface="Aptos"/>
              </a:rPr>
              <a:t>A compact view of the validated lab run.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20240"/>
            <a:ext cx="2057400" cy="1234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066544"/>
            <a:ext cx="16916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22D3EE"/>
                </a:solidFill>
                <a:latin typeface="Aptos"/>
              </a:rPr>
              <a:t>99/99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679192"/>
            <a:ext cx="1691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94A3B8"/>
                </a:solidFill>
                <a:latin typeface="Aptos"/>
              </a:rPr>
              <a:t>tests passed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52928" y="1920240"/>
            <a:ext cx="2057400" cy="1234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35808" y="2066544"/>
            <a:ext cx="16916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34D399"/>
                </a:solidFill>
                <a:latin typeface="Aptos"/>
              </a:rPr>
              <a:t>5/5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35808" y="2679192"/>
            <a:ext cx="1691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94A3B8"/>
                </a:solidFill>
                <a:latin typeface="Aptos"/>
              </a:rPr>
              <a:t>evaluation cases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7488" y="1920240"/>
            <a:ext cx="2057400" cy="1234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30368" y="2066544"/>
            <a:ext cx="16916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3B82F6"/>
                </a:solidFill>
                <a:latin typeface="Aptos"/>
              </a:rP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2679192"/>
            <a:ext cx="1691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94A3B8"/>
                </a:solidFill>
                <a:latin typeface="Aptos"/>
              </a:rPr>
              <a:t>endpoints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42048" y="1920240"/>
            <a:ext cx="2057400" cy="1234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4927" y="2066544"/>
            <a:ext cx="16916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BBF24"/>
                </a:solidFill>
                <a:latin typeface="Aptos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4927" y="2679192"/>
            <a:ext cx="1691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94A3B8"/>
                </a:solidFill>
                <a:latin typeface="Aptos"/>
              </a:rPr>
              <a:t>controllable inputs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36608" y="1920240"/>
            <a:ext cx="2057400" cy="1234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19488" y="2066544"/>
            <a:ext cx="16916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34D399"/>
                </a:solidFill>
                <a:latin typeface="Aptos"/>
              </a:rPr>
              <a:t>6/6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19488" y="2679192"/>
            <a:ext cx="1691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94A3B8"/>
                </a:solidFill>
                <a:latin typeface="Aptos"/>
              </a:rPr>
              <a:t>fixed verified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520440"/>
            <a:ext cx="5257800" cy="1874519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730752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"/>
              </a:rPr>
              <a:t>VALIDATION 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4133087"/>
            <a:ext cx="47548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Aptos"/>
              </a:rPr>
              <a:t>6 vulnerability candidates validated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572000"/>
            <a:ext cx="4754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SQLi • Reflected XSS • IDOR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44768" y="3520440"/>
            <a:ext cx="5257800" cy="1874519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3730752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34D399"/>
                </a:solidFill>
                <a:latin typeface="Aptos"/>
              </a:rPr>
              <a:t>FINAL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4133087"/>
            <a:ext cx="47548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Aptos"/>
              </a:rPr>
              <a:t>6/6 findings → FIXED_VERIFIED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4572000"/>
            <a:ext cx="4754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Secure-state retest: 0 confirmed vulnerabilities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881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2D3EE"/>
                </a:solidFill>
                <a:latin typeface="Aptos"/>
              </a:rPr>
              <a:t>09 • DEMO &amp;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1F5F9"/>
                </a:solidFill>
                <a:latin typeface="Aptos"/>
              </a:rPr>
              <a:t>From authorized target to proof-of-fix in one workflow.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2057400"/>
            <a:ext cx="475488" cy="47548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70C18"/>
                </a:solidFill>
                <a:latin typeface="Aptos"/>
              </a:rPr>
              <a:t>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61288" y="2295144"/>
            <a:ext cx="2084832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2697480"/>
            <a:ext cx="23317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Aptos"/>
              </a:rPr>
              <a:t>Authorize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2331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Aptos"/>
              </a:rPr>
              <a:t>127.0.0.1:5000</a:t>
            </a:r>
          </a:p>
        </p:txBody>
      </p:sp>
      <p:sp>
        <p:nvSpPr>
          <p:cNvPr id="10" name="Oval 9"/>
          <p:cNvSpPr/>
          <p:nvPr/>
        </p:nvSpPr>
        <p:spPr>
          <a:xfrm>
            <a:off x="3474720" y="2057400"/>
            <a:ext cx="475488" cy="47548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05740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70C18"/>
                </a:solidFill>
                <a:latin typeface="Aptos"/>
              </a:rPr>
              <a:t>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50208" y="2295144"/>
            <a:ext cx="2084832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74720" y="2697480"/>
            <a:ext cx="23317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Aptos"/>
              </a:rPr>
              <a:t>Run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063240"/>
            <a:ext cx="2331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Aptos"/>
              </a:rPr>
              <a:t>Discover → Validate</a:t>
            </a:r>
          </a:p>
        </p:txBody>
      </p:sp>
      <p:sp>
        <p:nvSpPr>
          <p:cNvPr id="15" name="Oval 14"/>
          <p:cNvSpPr/>
          <p:nvPr/>
        </p:nvSpPr>
        <p:spPr>
          <a:xfrm>
            <a:off x="6263640" y="2057400"/>
            <a:ext cx="475488" cy="47548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05740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70C18"/>
                </a:solidFill>
                <a:latin typeface="Aptos"/>
              </a:rPr>
              <a:t>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739127" y="2295144"/>
            <a:ext cx="2084832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63640" y="2697480"/>
            <a:ext cx="23317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Aptos"/>
              </a:rPr>
              <a:t>Review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063240"/>
            <a:ext cx="2331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Aptos"/>
              </a:rPr>
              <a:t>Risk + remediation</a:t>
            </a:r>
          </a:p>
        </p:txBody>
      </p:sp>
      <p:sp>
        <p:nvSpPr>
          <p:cNvPr id="20" name="Oval 19"/>
          <p:cNvSpPr/>
          <p:nvPr/>
        </p:nvSpPr>
        <p:spPr>
          <a:xfrm>
            <a:off x="9052559" y="2057400"/>
            <a:ext cx="475488" cy="47548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59" y="2057400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070C18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59" y="2697480"/>
            <a:ext cx="23317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Aptos"/>
              </a:rPr>
              <a:t>Retest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59" y="3063240"/>
            <a:ext cx="2331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Aptos"/>
              </a:rPr>
              <a:t>FIXED_VERIFIED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160520"/>
            <a:ext cx="10789920" cy="1234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70832"/>
            <a:ext cx="10332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2D3EE"/>
                </a:solidFill>
                <a:latin typeface="Aptos"/>
              </a:rPr>
              <a:t>VulnFix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754880"/>
            <a:ext cx="10332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1F5F9"/>
                </a:solidFill>
                <a:latin typeface="Aptos"/>
              </a:rPr>
              <a:t>Authorized • Local-only • Evidence-backed • Proof-of-fix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806440"/>
            <a:ext cx="10789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0">
                <a:solidFill>
                  <a:srgbClr val="94A3B8"/>
                </a:solidFill>
                <a:latin typeface="Aptos"/>
              </a:rPr>
              <a:t>GitHub: github.com/sabari-moulish/VulnFix-AI   •   Dashboard: localhost:8502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</TotalTime>
  <Words>609</Words>
  <Application>Microsoft Office PowerPoint</Application>
  <PresentationFormat>Widescreen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Sabari Moulish</cp:lastModifiedBy>
  <cp:revision>2</cp:revision>
  <dcterms:created xsi:type="dcterms:W3CDTF">2013-01-27T09:14:16Z</dcterms:created>
  <dcterms:modified xsi:type="dcterms:W3CDTF">2026-09-26T01:57:14Z</dcterms:modified>
  <cp:category/>
</cp:coreProperties>
</file>